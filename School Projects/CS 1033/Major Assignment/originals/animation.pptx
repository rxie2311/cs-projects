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145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ECF-42A0-9E71-9CBD-98FF72F7A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50A00-8DE4-BD49-5EA2-B5B5B06C9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F7A51-931E-3BF2-C65E-4521EA08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18B51-3B2B-9726-F114-FB4FC51ED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247DE-48D2-D216-F2AB-47A747AF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853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F793-E891-CE0B-7D57-6852D7CF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7453E-B66F-324B-49D6-DAEEFC68A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52DC5-AE5E-35D8-79AA-CABCA4BCB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52289-F061-8D31-49A8-52AA8055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BF870-236A-B77E-EB14-729DA10E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15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CF4BA-4FEA-978E-4876-3A4E9086A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CC601-26AF-82DF-F363-48D83700A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C1780-3C85-06E0-D98D-9669EDCAF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F8BBB-36A2-EF17-C796-C5120470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DBA1F-793F-0998-E8FF-A2926668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3440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0676-3D31-D2E3-70FF-9A63307A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A8AE3-31BF-2B8B-07A4-10ECFB3FF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8FF43-0128-8988-1115-FF8FAFAA9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33B8D-2AF1-B86A-FBC1-3E0C6AF2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76999-F8EE-B892-7E62-4AF18A784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23E0B-A3D9-90E2-40C1-20760E7FF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4674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E011-B505-C215-67CB-316574C3E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E7C0D-9A27-C2F2-6E50-FF6817EA6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20E81-E865-ED9B-88C4-629834C3D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65574-791E-767C-557C-A9BA9070F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72065C-BC92-2D20-D39B-1013ABE01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619BC-B1E2-B758-85D0-52D1B4832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22F7A-10F7-7A40-4F33-38DD9E6F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0E814-2991-1961-6096-6792E3AD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29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BE4E-F352-C32E-290E-5769775B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D8EAF-FEE4-3A11-BE61-8A4EA92C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00E01-E75B-55C5-15FE-75D88A53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994A2-1A6A-E876-DCB5-CB499CF7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715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6195D-E202-4CE7-75F8-61FE0EE7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3E2015-6027-4C95-6533-69510EA80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205C9-DC73-FA72-1B5E-A0A6B620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4974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C98CA-E589-4C03-833E-3716D48C2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73144-B755-E630-61CA-F9C7FF31F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37084-5052-449D-EDF9-99D647EAE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F0A8B-EFDD-72A7-7288-A1B233D91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9B6C1-A972-61AB-FAA8-959378D0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6D472-0378-4BF4-4C02-825BAF08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96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3327-320F-B803-A16F-9AD027D9D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474F14-6D97-5A82-26C4-787A0D0CF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E4F31-D4B0-3BC2-E2F2-98A7D4CA4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7D08C-1B7D-A383-2D57-9D0A4DF0A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A178C-CE86-41EA-2BB4-58A9E41EE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60F9C-2C05-3367-F113-6FA817C6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9735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2EBE-CB67-1220-4EBF-13FA7E17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4439A-DDF0-B623-DEDA-8C8234746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94C0C-F676-4ADE-EFC5-CE6A6D6A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92448-0F19-AF15-D3CC-35C3CCC3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08F28-67AA-DA90-549B-6D7F5C7F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6159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9CB713-4B26-BF77-5A20-A1E83D5D9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27AE1-3EFD-5B14-BAE3-2409239A2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6E896-D593-8DD0-DB3A-3BAF1822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1F5FA-B96C-8835-22B7-17FED2AFE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6FB27-7415-9FC5-19D1-70CBEEA2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0455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BCD785-B6CF-54AD-27F3-B605A1EF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C528E-38F5-28F5-5336-A45A48AF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B2810-5DAF-E26C-DA13-11A599904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71EA2-288D-4931-B099-2B51F5F49A1E}" type="datetimeFigureOut">
              <a:rPr lang="en-CA" smtClean="0"/>
              <a:t>2025-03-12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09738-336A-9E28-1359-476E4D5FE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5DF06-94F0-9716-40F9-5755F8180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5AED7-9106-4299-9D27-2D1C88EC2D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793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ina Tours Online Blog: Shunan Bamboo Sea – The Biggest Natural Bamboo  Forest">
            <a:extLst>
              <a:ext uri="{FF2B5EF4-FFF2-40B4-BE49-F238E27FC236}">
                <a16:creationId xmlns:a16="http://schemas.microsoft.com/office/drawing/2014/main" id="{64804551-9C85-4A60-4BD6-C274B65DD9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" t="7387" r="-30" b="2764"/>
          <a:stretch/>
        </p:blipFill>
        <p:spPr bwMode="auto">
          <a:xfrm>
            <a:off x="-98101" y="-1320507"/>
            <a:ext cx="12395609" cy="817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B697E3-2979-63C9-B2D4-122E0D9D0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2352640" y="5567291"/>
            <a:ext cx="2149031" cy="1290709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7691DF7-D168-CD69-E98F-3CB369FAF5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46"/>
          <a:stretch/>
        </p:blipFill>
        <p:spPr bwMode="auto">
          <a:xfrm>
            <a:off x="-98101" y="-1320508"/>
            <a:ext cx="12395609" cy="8178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38C8DD-4B46-3FED-A374-9EB806157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2352641" y="5567291"/>
            <a:ext cx="2149031" cy="12907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9ED29A-B8BE-F8FE-4258-47FE81415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2352642" y="5567291"/>
            <a:ext cx="2149031" cy="12907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7A2280-05AC-8330-E57F-D61F7A8D5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2352643" y="5567290"/>
            <a:ext cx="2149031" cy="1290709"/>
          </a:xfrm>
          <a:prstGeom prst="rect">
            <a:avLst/>
          </a:prstGeom>
        </p:spPr>
      </p:pic>
      <p:pic>
        <p:nvPicPr>
          <p:cNvPr id="1030" name="Picture 6" descr="1K+ Chinese Temple Pictures | Download Free Images on Unsplash">
            <a:extLst>
              <a:ext uri="{FF2B5EF4-FFF2-40B4-BE49-F238E27FC236}">
                <a16:creationId xmlns:a16="http://schemas.microsoft.com/office/drawing/2014/main" id="{E4DC9F88-2E98-7E6B-A449-8C47D93D9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886"/>
          <a:stretch/>
        </p:blipFill>
        <p:spPr bwMode="auto">
          <a:xfrm>
            <a:off x="-98101" y="-1320509"/>
            <a:ext cx="12395609" cy="825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A6C3-CD7E-6D22-4E51-9E497CA05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2352643" y="5567289"/>
            <a:ext cx="2149031" cy="12907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62D421-7FD7-0C81-85F8-757B1C492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2352646" y="5567288"/>
            <a:ext cx="2149031" cy="12907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A88255-664F-721E-B43E-543197C8E7DD}"/>
              </a:ext>
            </a:extLst>
          </p:cNvPr>
          <p:cNvSpPr txBox="1"/>
          <p:nvPr/>
        </p:nvSpPr>
        <p:spPr>
          <a:xfrm>
            <a:off x="10801876" y="0"/>
            <a:ext cx="1390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n w="635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rxie46</a:t>
            </a:r>
          </a:p>
        </p:txBody>
      </p:sp>
    </p:spTree>
    <p:extLst>
      <p:ext uri="{BB962C8B-B14F-4D97-AF65-F5344CB8AC3E}">
        <p14:creationId xmlns:p14="http://schemas.microsoft.com/office/powerpoint/2010/main" val="157839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96296E-6 L 1.19531 -0.00023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66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29167E-6 2.96296E-6 L 1.19531 -0.00023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6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96296E-6 L 1.19531 -0.00023 " pathEditMode="relative" rAng="0" ptsTypes="AA">
                                      <p:cBhvr>
                                        <p:cTn id="13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66" y="-2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3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29167E-6 2.96296E-6 L 1.19531 -0.00023 " pathEditMode="relative" rAng="0" ptsTypes="AA">
                                      <p:cBhvr>
                                        <p:cTn id="15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6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2.96296E-6 L 1.19531 -0.00023 " pathEditMode="relative" rAng="0" ptsTypes="AA">
                                      <p:cBhvr>
                                        <p:cTn id="20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66" y="-2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29167E-6 2.96296E-6 L 1.19531 -0.00023 " pathEditMode="relative" rAng="0" ptsTypes="AA">
                                      <p:cBhvr>
                                        <p:cTn id="22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76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Xie</dc:creator>
  <cp:lastModifiedBy>Raymond Xie</cp:lastModifiedBy>
  <cp:revision>1</cp:revision>
  <dcterms:created xsi:type="dcterms:W3CDTF">2025-03-12T14:49:31Z</dcterms:created>
  <dcterms:modified xsi:type="dcterms:W3CDTF">2025-03-12T15:49:48Z</dcterms:modified>
</cp:coreProperties>
</file>